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recall@K pe metodă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Cuvinte-cheie</c:v>
                  </c:pt>
                  <c:pt idx="1">
                    <c:v>TF-IDF</c:v>
                  </c:pt>
                  <c:pt idx="2">
                    <c:v>Semantic (LSA)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0.775</c:v>
                </c:pt>
                <c:pt idx="2">
                  <c:v>0.825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recall@3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Cuvinte-cheie</c:v>
                  </c:pt>
                  <c:pt idx="1">
                    <c:v>TF-IDF</c:v>
                  </c:pt>
                  <c:pt idx="2">
                    <c:v>Semantic (LSA)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0.675</c:v>
                </c:pt>
                <c:pt idx="1">
                  <c:v>0.95</c:v>
                </c:pt>
                <c:pt idx="2">
                  <c:v>0.925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Cuvinte-cheie</c:v>
                  </c:pt>
                  <c:pt idx="1">
                    <c:v>TF-IDF</c:v>
                  </c:pt>
                  <c:pt idx="2">
                    <c:v>Semantic (LSA)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</c:v>
                </c:pt>
                <c:pt idx="1">
                  <c:v>0.975</c:v>
                </c:pt>
                <c:pt idx="2">
                  <c:v>0.975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Proiect realizat conform Ghidului de practică CTI 2026, Tema 3. Prezentarea durează aproximativ 8 minute plus demonstrația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Motivația: întrebările administrative sunt repetitive, dar formulate foarte variat. Sistemul regăsește răspunsuri existente, nu generează text nou – deci nu inventează informații.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Categoriile: secretariat, examene, burse, cazare, taxe, studii, practică, licență, e-learning, Erasmus. Testele sunt scrise fără diacritice, exact cum tastează utilizatorii.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Punct bun pentru a comuta pe demonstrația live: streamlit run app.py. Arătați și cazul „nu știu” – o întrebare din afara domeniului.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Toate cele trei metode rulează local, fără modele descărcate. SBERT este implementat în cod ca extensie, necesită descărcarea unui model de ~470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recall@K = proporția întrebărilor pentru care răspunsul corect apare în primele K rezultate. TF-IDF are recall@3 ușor mai bun; LSA are cel mai bun recall@1 și MRR. Rezultate reproductibile cu python src/evaluate.py.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 tipare de eroare. Sinonimia totală este limita fundamentală a metodelor lexicale – argumentul principal pentru varianta SBERT. Afișarea top-3 în interfață acoperă majoritatea inversărilor de 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Închidere: reluați cifra-cheie (recall@1 de la 0.50 la 0.83) și invitați la întrebări / demonstrație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601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Q&amp;A pentru întrebări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frecvente ale studenților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căutarea prin cuvinte-cheie la căutarea semantică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Practică CTI 2026  ·  Tema 3  ·  Python · scikit-learn ·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16152"/>
            <a:ext cx="685800" cy="685800"/>
          </a:xfrm>
          <a:prstGeom prst="ellipse">
            <a:avLst/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161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</a:rPr>
              <a:t>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Aceleași întrebări, formulări diferite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27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„Cum vorbesc cu tutorele de an?” vs. „Cum pot lua legătura cu îndrumătorul de an?”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685800" cy="685800"/>
          </a:xfrm>
          <a:prstGeom prst="ellipse">
            <a:avLst/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505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</a:rPr>
              <a:t>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 pierdut de studenți și secretariat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614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Răspunsurile există în regulamente, dar găsirea lor cere timp și e-mailuri repetate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85032"/>
            <a:ext cx="685800" cy="685800"/>
          </a:xfrm>
          <a:prstGeom prst="ellipse">
            <a:avLst/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85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Obiectivul proiectului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9959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chatbot care primește o întrebare liberă și regăsește cel mai potrivit răspuns din FAQ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utilizate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 + răspunsuri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baza de cunoștințe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categorii tematice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344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parafraze de test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(nevăzute de sistem)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Construite manual pentru proiect: </a:t>
            </a:r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faq.csv (id, categorie, întrebare, răspuns) – conținut generic inspirat din regulamentele facultăților tehnice; intrebari_test.csv – reformulări realiste, fără diacritice, cu sinonime.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corectă a datelor: </a:t>
            </a:r>
            <a:pPr indent="0" marL="0"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indexul se construiește doar din FAQ; întrebările de test sunt folosite exclusiv la evaluare.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Fluxul aplicației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Întrebarea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utilizatorului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5623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0312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(diacritice, punctuație)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3931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8620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LSA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2239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05472" y="17830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FB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52360" y="155448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554480"/>
            <a:ext cx="15727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răspunsuri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 de încredere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0040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Interfața (Streamlit):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conversație de tip chat, alegerea metodei de căutare, răspunsuri alternative într-un panou extensibil. Sub pragul de încredere, chatbotul recunoaște că nu știe și recomandă secretariatul.
</a:t>
            </a:r>
            <a:pPr indent="0" marL="0">
              <a:buNone/>
            </a:pPr>
            <a:r>
              <a:rPr lang="en-US" sz="14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Alternativ: demonstrație în linia de comandă (python src/demo.py).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 metode, de la simplu la semantic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Cuvinte-cheie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varianta de bază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Similaritate Jaccard între mulțimile de cuvinte normalizate. Rapidă și interpretabilă, dar cere potriviri exacte.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TF-IDF + cosinus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îmbunătățirea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Cuvinte (1–2 grame) + n-grame de caractere (3–5): robustețe la flexiuni, diacritice și greșeli de tastare.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Semantic (LSA)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îmbunătățirea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proiectat cu TruncatedSVD în 30 de dimensiuni latente → embeddings; potrivire fără cuvinte comune.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extensie opțională: embeddings neuronale multilingve (sentence-transformers, SBERT)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pe 40 de întrebări de test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</p:spPr>
      </p:sp>
      <p:sp>
        <p:nvSpPr>
          <p:cNvPr id="5" name="Text 2"/>
          <p:cNvSpPr/>
          <p:nvPr/>
        </p:nvSpPr>
        <p:spPr>
          <a:xfrm>
            <a:off x="576072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→ 0.83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76072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recall@1: +65% relativ față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varianta de bază (20/40 → 33/40)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760720" y="26974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0.88</a:t>
            </a:r>
            <a:pPr algn="ctr"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&lt; 5 ms / întrebare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6072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39/40 întrebări rezolvate în primele 5 rezultate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greșește sistemul – și de 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070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Sinonimie totală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80360" y="12070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„Cum imi fac mailul de student?” → răspuns despre adeverințe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55080" y="120700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 termen comun cu „e-mail instituțional”; rezolvabil cu SBERT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140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Categorii dense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41401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„Trebuie neaparat sa fac practica?” → alt răspuns despre practică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55080" y="241401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întrebările din aceeași categorie sunt foarte apropiate; corectul apare în top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2102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Formulări indirecte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362102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 cate ori pot da examen fara sa platesc?” → contestații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362102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interogarea descrie situația fără termenul-cheie „prezentări”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completă, per întrebare și per metodă: reports/rezultate/detalii_*.csv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Lanț complet de proiect ML: date proprii → variantă de bază → două îmbunătățiri → evaluare → analiza erorilor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Căutarea semantică rezolvă 33/40 de întrebări din prima (față de 20/40 pentru cuvinte-cheie)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funcțională (Streamlit + CLI), reproductibilă: README, requirements.txt, o comandă pentru evaluare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Direcții următoare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Evaluarea variantei SBERT  ·  indexare FAISS la scară  ·  reformularea răspunsului cu un model generativ  ·  extinderea FAQ din întrebări reale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Mulțumesc!  ·  Demonstrație: streamlit run app.py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2026-07-20T19:15:11Z</dcterms:created>
  <dcterms:modified xsi:type="dcterms:W3CDTF">2026-07-20T19:15:11Z</dcterms:modified>
</cp:coreProperties>
</file>